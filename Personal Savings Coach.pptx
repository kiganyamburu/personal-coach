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Urbanist" panose="020B0604020202020204" charset="0"/>
      <p:regular r:id="rId13"/>
      <p:bold r:id="rId14"/>
      <p:italic r:id="rId15"/>
      <p:boldItalic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Inter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46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62000" y="1838325"/>
            <a:ext cx="8591073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Project Proposal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2760315"/>
            <a:ext cx="8591073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Personal Savings Coach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3827115"/>
            <a:ext cx="7620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 AI-Powered Chatbot for Financial Awareness &amp; Budget Tracking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4573785"/>
            <a:ext cx="81819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Team Lead: Peter Mburu | Chuka University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762000" y="762000"/>
            <a:ext cx="4800600" cy="1005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The Financial Literacy Gap</a:t>
            </a:r>
            <a:endParaRPr/>
          </a:p>
        </p:txBody>
      </p:sp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40353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762000" y="2148780"/>
            <a:ext cx="48006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A Critical Challenge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62000" y="2727870"/>
            <a:ext cx="457200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Across African communities, particularly among students and young adults, financial discipline is a major hurdle.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45.5%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of the financially excluded population are rural youth.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62000" y="4186981"/>
            <a:ext cx="48006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Key Barriers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62000" y="4766071"/>
            <a:ext cx="4572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Most young people do not track expenses due to: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57250" y="5363259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52500" y="5364212"/>
            <a:ext cx="43815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Complex, intimidating banking tools.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57250" y="5637549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52500" y="5638502"/>
            <a:ext cx="43815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Lack of accessible financial education (42% literacy rate).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57250" y="6186130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52500" y="6187082"/>
            <a:ext cx="43815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Absence of simple, mobile-first recording methods.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6587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71500" y="1998315"/>
            <a:ext cx="5500687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Simple. Conversational. Smart.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2463105"/>
            <a:ext cx="52387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Personal Savings Coach is a chatbot web application designed to make finance friendly. It eliminates spreadsheets and complex forms.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57250" y="3800326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Track Spending: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Just chat naturally ("I spent 500 KES on lunch").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57250" y="4539406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Analyze Data: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Get instant weekly or monthly summaries.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57250" y="5004196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Smart Advice: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Receive personalized saving tips powered by Google Vertex AI.</a:t>
            </a:r>
            <a:endParaRPr/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975395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571500" y="5715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Meet Your AI Coach</a:t>
            </a:r>
            <a:endParaRPr/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819376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558456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023246"/>
            <a:ext cx="1524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04169"/>
            <a:ext cx="3492549" cy="2933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404169"/>
            <a:ext cx="3492549" cy="2933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404169"/>
            <a:ext cx="3492549" cy="293355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866775" y="3309044"/>
            <a:ext cx="3047099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Intuitive Interface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866775" y="3773834"/>
            <a:ext cx="290199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Develop a clean, accessible Next.js web application with a conversational UI that feels like chatting with a friend.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4645074" y="3309044"/>
            <a:ext cx="3047099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AI Intelligence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4645074" y="3773834"/>
            <a:ext cx="290199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Integrate Vertex AI &amp; Genkit to understand natural language intents and generate actionable financial advice.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423374" y="3309044"/>
            <a:ext cx="3047099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Data Persistence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8423374" y="3773834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Utilize Firebase Firestore to securely store user expense logs and generate real-time summaries.</a:t>
            </a:r>
            <a:endParaRPr/>
          </a:p>
        </p:txBody>
      </p:sp>
      <p:pic>
        <p:nvPicPr>
          <p:cNvPr id="136" name="Google Shape;136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737544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737544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737544"/>
            <a:ext cx="304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571500" y="5715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Core Objectives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70769"/>
            <a:ext cx="3492549" cy="4000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870769"/>
            <a:ext cx="3492549" cy="4000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870769"/>
            <a:ext cx="3492549" cy="400035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1774775" y="4166294"/>
            <a:ext cx="1140142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Frontend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1241375" y="4745384"/>
            <a:ext cx="21526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React 18 + Vite + Tailwind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888950" y="5324475"/>
            <a:ext cx="28575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Fast, responsive UI with accessible primitives.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5514975" y="4166294"/>
            <a:ext cx="1220152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AI Engine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5024437" y="4745384"/>
            <a:ext cx="21431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Google Vertex AI + Genkit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4686300" y="5324475"/>
            <a:ext cx="28194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Conversational flows and RAG-based advice.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9355187" y="4166294"/>
            <a:ext cx="1090136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Backend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9112299" y="4745384"/>
            <a:ext cx="1524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Firebase Firestore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8364587" y="5324475"/>
            <a:ext cx="30194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Real-time NoSQL database for scalable storage.</a:t>
            </a:r>
            <a:endParaRPr/>
          </a:p>
        </p:txBody>
      </p:sp>
      <p:pic>
        <p:nvPicPr>
          <p:cNvPr id="157" name="Google Shape;15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2070794"/>
            <a:ext cx="309249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49824" y="2070794"/>
            <a:ext cx="309249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28124" y="2070794"/>
            <a:ext cx="3092499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571500" y="5715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Technical Architecture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55390"/>
            <a:ext cx="11049000" cy="483110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571500" y="5825876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Simulation: Users actively using the "Savings Coach" increase savings by 30% over 6 months through better awareness and tracking.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571500" y="5715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Expected Outcomes: User Savings Growth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6587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571500" y="1988790"/>
            <a:ext cx="5500687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Social Impact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571500" y="2453580"/>
            <a:ext cx="52387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project drives financial inclusion by making advice accessible. It localizes finance (using Kenyan Shillings) and builds a saving culture.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571500" y="3638401"/>
            <a:ext cx="5500687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Sustainability</a:t>
            </a:r>
            <a:endParaRPr/>
          </a:p>
        </p:txBody>
      </p:sp>
      <p:pic>
        <p:nvPicPr>
          <p:cNvPr id="178" name="Google Shape;17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975395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857250" y="4084141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Serverless: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Hosted on Vercel/Cloud Run for low maintenance.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857250" y="4823221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Scalable: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Vertex AI handles thousands of concurrent users.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857250" y="5288012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Future: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Integration with M-Pesa APIs for auto-tracking.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571500" y="5715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Impact &amp; Scalability</a:t>
            </a:r>
            <a:endParaRPr/>
          </a:p>
        </p:txBody>
      </p:sp>
      <p:pic>
        <p:nvPicPr>
          <p:cNvPr id="183" name="Google Shape;183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03191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842271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307062"/>
            <a:ext cx="1524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762000" y="762000"/>
            <a:ext cx="480060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Future Roadmap</a:t>
            </a:r>
            <a:endParaRPr/>
          </a:p>
        </p:txBody>
      </p:sp>
      <p:pic>
        <p:nvPicPr>
          <p:cNvPr id="192" name="Google Shape;19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4029223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762000" y="1731764"/>
            <a:ext cx="48006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Phase 1: Deployment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762000" y="2310854"/>
            <a:ext cx="4572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Launch MVP with basic tracking and Vertex AI advice on Vercel.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762000" y="3221384"/>
            <a:ext cx="48006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Phase 2: Community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762000" y="3800475"/>
            <a:ext cx="4572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Adapt tool for SACCOs and University student groups to teach literacy.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762000" y="4711005"/>
            <a:ext cx="48006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Phase 3: Integration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762000" y="5290095"/>
            <a:ext cx="4572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Direct integration with mobile money (M-Pesa) and bank APIs for automated expense ingestion.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42120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" y="2480220"/>
            <a:ext cx="2781300" cy="27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6381750" y="2019300"/>
            <a:ext cx="5500687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Peter Mburu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6381750" y="2609850"/>
            <a:ext cx="52387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Full-Stack Developer / Project Lead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6381750" y="3074640"/>
            <a:ext cx="52387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Chuka University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6381750" y="3882330"/>
            <a:ext cx="52387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Expertise: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6667500" y="4328070"/>
            <a:ext cx="49530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 smtClean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react</a:t>
            </a:r>
            <a:r>
              <a:rPr lang="en-US" sz="1350" b="0" i="0" u="none" strike="noStrike" cap="none" dirty="0" smtClean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&amp; React Ecosystem</a:t>
            </a:r>
            <a:endParaRPr dirty="0"/>
          </a:p>
        </p:txBody>
      </p:sp>
      <p:sp>
        <p:nvSpPr>
          <p:cNvPr id="211" name="Google Shape;211;p21"/>
          <p:cNvSpPr txBox="1"/>
          <p:nvPr/>
        </p:nvSpPr>
        <p:spPr>
          <a:xfrm>
            <a:off x="6667500" y="4792860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Firebase &amp; Cloud Architecture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6667500" y="5257651"/>
            <a:ext cx="49530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 smtClean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Node </a:t>
            </a:r>
            <a:r>
              <a:rPr lang="en-US" sz="1350" dirty="0" err="1" smtClean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js</a:t>
            </a:r>
            <a:endParaRPr dirty="0"/>
          </a:p>
        </p:txBody>
      </p:sp>
      <p:sp>
        <p:nvSpPr>
          <p:cNvPr id="213" name="Google Shape;213;p21"/>
          <p:cNvSpPr txBox="1"/>
          <p:nvPr/>
        </p:nvSpPr>
        <p:spPr>
          <a:xfrm>
            <a:off x="571500" y="5715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The Team</a:t>
            </a:r>
            <a:endParaRPr/>
          </a:p>
        </p:txBody>
      </p:sp>
      <p:pic>
        <p:nvPicPr>
          <p:cNvPr id="214" name="Google Shape;214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434712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481191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5276701"/>
            <a:ext cx="1524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/>
          <p:nvPr/>
        </p:nvSpPr>
        <p:spPr>
          <a:xfrm>
            <a:off x="295275" y="1924050"/>
            <a:ext cx="1160145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571500" y="3200400"/>
            <a:ext cx="7620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Personal Savings Coach Project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571500" y="4042320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github.com/petermburu/savings-coach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571500" y="4488060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peter.mburu@chuka.ac.ke</a:t>
            </a:r>
            <a:endParaRPr dirty="0"/>
          </a:p>
        </p:txBody>
      </p:sp>
      <p:pic>
        <p:nvPicPr>
          <p:cNvPr id="226" name="Google Shape;22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95787" y="4089945"/>
            <a:ext cx="16192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10137" y="4535685"/>
            <a:ext cx="17145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440</Words>
  <Application>Microsoft Office PowerPoint</Application>
  <PresentationFormat>Widescreen</PresentationFormat>
  <Paragraphs>66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Urbanist</vt:lpstr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mburu kiganya</cp:lastModifiedBy>
  <cp:revision>1</cp:revision>
  <dcterms:modified xsi:type="dcterms:W3CDTF">2025-12-02T16:15:10Z</dcterms:modified>
</cp:coreProperties>
</file>